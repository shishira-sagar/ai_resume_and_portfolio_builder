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67" r:id="rId11"/>
    <p:sldId id="268" r:id="rId12"/>
    <p:sldId id="2146847055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11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c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75" y="1736968"/>
            <a:ext cx="9144000" cy="13110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Builder Hub – Smart Resume, Portfolio &amp; Cover Letter Generator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34648" y="721054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1062" y="3934431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Gummadi Pradeep Kumar Shishira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Malla Reddy Engineering College for Women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CSE – Data Science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5EFD5-67FD-0471-2D5B-DB48161A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083707"/>
          </a:xfrm>
        </p:spPr>
        <p:txBody>
          <a:bodyPr/>
          <a:lstStyle/>
          <a:p>
            <a:r>
              <a:rPr lang="en-US" dirty="0"/>
              <a:t>In the current digital era, job seekers and professionals struggle to create polished resumes, portfolios, and cover letters tailored to each opportunity.</a:t>
            </a:r>
            <a:br>
              <a:rPr lang="en-US" dirty="0"/>
            </a:br>
            <a:r>
              <a:rPr lang="en-US" dirty="0"/>
              <a:t>Manually designing and updating these documents is time-consuming, lacks personalization, and often fails to highlight individual strengths effectively.</a:t>
            </a:r>
          </a:p>
          <a:p>
            <a:r>
              <a:rPr lang="en-US" dirty="0"/>
              <a:t>There is a need for an </a:t>
            </a:r>
            <a:r>
              <a:rPr lang="en-US" b="1" dirty="0"/>
              <a:t>AI-powered platform</a:t>
            </a:r>
            <a:r>
              <a:rPr lang="en-US" dirty="0"/>
              <a:t> that can </a:t>
            </a:r>
            <a:r>
              <a:rPr lang="en-US" b="1" dirty="0"/>
              <a:t>automatically generate, customize, and manage professional assets</a:t>
            </a:r>
            <a:r>
              <a:rPr lang="en-US" dirty="0"/>
              <a:t> — saving time and ensuring quality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D76D-01B2-646F-7B3F-88E9EBC9B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76626"/>
            <a:ext cx="11029615" cy="3828774"/>
          </a:xfrm>
        </p:spPr>
        <p:txBody>
          <a:bodyPr/>
          <a:lstStyle/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b="1" dirty="0"/>
              <a:t>Frontend &amp; Framework: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, HTML, CSS</a:t>
            </a:r>
          </a:p>
          <a:p>
            <a:r>
              <a:rPr lang="en-US" b="1" dirty="0"/>
              <a:t>Backend:</a:t>
            </a:r>
            <a:r>
              <a:rPr lang="en-US" dirty="0"/>
              <a:t> Python</a:t>
            </a:r>
          </a:p>
          <a:p>
            <a:r>
              <a:rPr lang="en-US" b="1" dirty="0"/>
              <a:t>AI Model:</a:t>
            </a:r>
            <a:r>
              <a:rPr lang="en-US" dirty="0"/>
              <a:t> Google Gemini API</a:t>
            </a:r>
          </a:p>
          <a:p>
            <a:r>
              <a:rPr lang="en-US" b="1" dirty="0"/>
              <a:t>Database:</a:t>
            </a:r>
            <a:r>
              <a:rPr lang="en-US" dirty="0"/>
              <a:t> Local file storage / Firebase (optional)</a:t>
            </a:r>
          </a:p>
          <a:p>
            <a:r>
              <a:rPr lang="en-US" b="1" dirty="0"/>
              <a:t>Deployment: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Cloud or Localhost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947B2-9C7A-8031-84FA-35DA71C8B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98360"/>
            <a:ext cx="11029615" cy="467332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User Input Collection</a:t>
            </a:r>
            <a:br>
              <a:rPr lang="en-US" dirty="0"/>
            </a:br>
            <a:r>
              <a:rPr lang="en-US" dirty="0"/>
              <a:t>The system begins when the user selects a module — </a:t>
            </a:r>
            <a:r>
              <a:rPr lang="en-US" i="1" dirty="0"/>
              <a:t>Resume Builder</a:t>
            </a:r>
            <a:r>
              <a:rPr lang="en-US" dirty="0"/>
              <a:t>, </a:t>
            </a:r>
            <a:r>
              <a:rPr lang="en-US" i="1" dirty="0"/>
              <a:t>Portfolio Builder</a:t>
            </a:r>
            <a:r>
              <a:rPr lang="en-US" dirty="0"/>
              <a:t>, or </a:t>
            </a:r>
            <a:r>
              <a:rPr lang="en-US" i="1" dirty="0"/>
              <a:t>Cover Letter Builder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forms collect personal details such as name, skills, education, projects, and job preferences.</a:t>
            </a:r>
          </a:p>
          <a:p>
            <a:r>
              <a:rPr lang="en-US" b="1" dirty="0"/>
              <a:t>Prompt Construction</a:t>
            </a:r>
            <a:br>
              <a:rPr lang="en-US" dirty="0"/>
            </a:br>
            <a:r>
              <a:rPr lang="en-US" dirty="0"/>
              <a:t>The collected inputs are structured into a natural-language prompt.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i="1" dirty="0"/>
              <a:t>“Create a professional resume summary for a software engineer skilled in Python, AI, and web development.”</a:t>
            </a:r>
            <a:endParaRPr lang="en-US" dirty="0"/>
          </a:p>
          <a:p>
            <a:r>
              <a:rPr lang="en-US" b="1" dirty="0"/>
              <a:t>AI Processing using Google Gemini</a:t>
            </a:r>
            <a:br>
              <a:rPr lang="en-US" dirty="0"/>
            </a:br>
            <a:r>
              <a:rPr lang="en-US" dirty="0"/>
              <a:t>The structured prompt is sent to </a:t>
            </a:r>
            <a:r>
              <a:rPr lang="en-US" b="1" dirty="0"/>
              <a:t>Gemini API</a:t>
            </a:r>
            <a:r>
              <a:rPr lang="en-US" dirty="0"/>
              <a:t> through the Python backend.</a:t>
            </a:r>
            <a:br>
              <a:rPr lang="en-US" dirty="0"/>
            </a:br>
            <a:r>
              <a:rPr lang="en-US" dirty="0"/>
              <a:t>Gemini performs natural-language understanding and generates context-aware, grammatically correct, and human-like content.</a:t>
            </a:r>
          </a:p>
          <a:p>
            <a:r>
              <a:rPr lang="en-US" b="1" dirty="0"/>
              <a:t>Output Parsing and Formatting</a:t>
            </a:r>
            <a:br>
              <a:rPr lang="en-US" dirty="0"/>
            </a:br>
            <a:r>
              <a:rPr lang="en-US" dirty="0"/>
              <a:t>The generated text is parsed and arranged according to predefined templates.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then formats it into visually organized sections such as </a:t>
            </a:r>
            <a:r>
              <a:rPr lang="en-US" i="1" dirty="0"/>
              <a:t>Experience</a:t>
            </a:r>
            <a:r>
              <a:rPr lang="en-US" dirty="0"/>
              <a:t>, </a:t>
            </a:r>
            <a:r>
              <a:rPr lang="en-US" i="1" dirty="0"/>
              <a:t>Skills</a:t>
            </a:r>
            <a:r>
              <a:rPr lang="en-US" dirty="0"/>
              <a:t>, </a:t>
            </a:r>
            <a:r>
              <a:rPr lang="en-US" i="1" dirty="0"/>
              <a:t>Education</a:t>
            </a:r>
            <a:r>
              <a:rPr lang="en-US" dirty="0"/>
              <a:t>, and </a:t>
            </a:r>
            <a:r>
              <a:rPr lang="en-US" i="1" dirty="0"/>
              <a:t>Projects</a:t>
            </a:r>
            <a:r>
              <a:rPr lang="en-US" dirty="0"/>
              <a:t>.</a:t>
            </a:r>
          </a:p>
          <a:p>
            <a:r>
              <a:rPr lang="en-US" b="1" dirty="0"/>
              <a:t>Dynamic Preview and Export</a:t>
            </a:r>
            <a:br>
              <a:rPr lang="en-US" dirty="0"/>
            </a:br>
            <a:r>
              <a:rPr lang="en-US" dirty="0"/>
              <a:t>Users can preview, refine, and export the generated content to PDF or DOCX.</a:t>
            </a:r>
            <a:br>
              <a:rPr lang="en-US" dirty="0"/>
            </a:br>
            <a:r>
              <a:rPr lang="en-US" dirty="0"/>
              <a:t>Each module launches independently in a new </a:t>
            </a:r>
            <a:r>
              <a:rPr lang="en-US" dirty="0" err="1"/>
              <a:t>Streamlit</a:t>
            </a:r>
            <a:r>
              <a:rPr lang="en-US" dirty="0"/>
              <a:t> tab for a seamless workflow.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59" y="61750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D846A-9DED-363E-6B65-3E295475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40" y="1249398"/>
            <a:ext cx="3881966" cy="22727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369935-A5A3-39EF-450D-019F2C43E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40" y="3811299"/>
            <a:ext cx="3056672" cy="2928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3592F8-D6B3-6513-8E1D-205A0892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772" y="617502"/>
            <a:ext cx="2771096" cy="3193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6D6A31-A20A-5354-4466-706E8CECA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593" y="657560"/>
            <a:ext cx="2404533" cy="27714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7158EF-8ED1-499F-14D3-B00A7681F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667" y="4039249"/>
            <a:ext cx="6708266" cy="262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coding files GITHUB  </a:t>
            </a:r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</a:rPr>
              <a:t>https://github.com/shishira-sagar/Ai_Builder_Hub-Ai-Cloud.git</a:t>
            </a:r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 STREAMLIT</a:t>
            </a:r>
            <a:endParaRPr lang="en-US" sz="2800" dirty="0"/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  <a:ea typeface="+mn-lt"/>
                <a:cs typeface="+mn-lt"/>
              </a:rPr>
              <a:t>https://aibuilderapp-ai-cloud-na2r9radfmqwj27dh8ker4.streamlit.app/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DB77D-9106-AD05-1664-25E5E9ABD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80960"/>
            <a:ext cx="11029615" cy="287204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AI Builder Hub</a:t>
            </a:r>
            <a:r>
              <a:rPr lang="en-US" dirty="0"/>
              <a:t> provides an innovative solution for automating resume, portfolio, and cover letter creation using </a:t>
            </a:r>
            <a:r>
              <a:rPr lang="en-US" b="1" dirty="0"/>
              <a:t>Google Gemini AI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enhances productivity, ensures consistency, and provides a professional edge to users seeking to improve their career documents.</a:t>
            </a:r>
          </a:p>
          <a:p>
            <a:r>
              <a:rPr lang="en-US" dirty="0"/>
              <a:t>This project demonstrates the real-world potential of integrating </a:t>
            </a:r>
            <a:r>
              <a:rPr lang="en-US" b="1" dirty="0"/>
              <a:t>AI-driven NLP</a:t>
            </a:r>
            <a:r>
              <a:rPr lang="en-US" dirty="0"/>
              <a:t> with </a:t>
            </a:r>
            <a:r>
              <a:rPr lang="en-US" b="1" dirty="0" err="1"/>
              <a:t>Streamlit</a:t>
            </a:r>
            <a:r>
              <a:rPr lang="en-US" dirty="0"/>
              <a:t> to build intelligent web applications.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8CB7AC-92BC-5C92-8977-C45076B2B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594722"/>
            <a:ext cx="614668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of multiple design templates and color themes.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login authentication and cloud data saving.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export options (PDF, DOCX, and HTML).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direct portfolio hosting and sharing.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chatbot assistance for career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F539F3-0C34-844C-0FA1-9E3CB2B8BA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793" y="1955116"/>
            <a:ext cx="819027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API Documentation – https://ai.google.dev/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– https://docs.streamlit.io/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Official Docs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https://www.python.org/doc/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/ Stack Overflow – Community support and implementation references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1682</TotalTime>
  <Words>581</Words>
  <Application>Microsoft Office PowerPoint</Application>
  <PresentationFormat>Widescreen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TITLe: AI Builder Hub – Smart Resume, Portfolio &amp; Cover Letter Generator</vt:lpstr>
      <vt:lpstr>OUTLINE</vt:lpstr>
      <vt:lpstr>Problem Statement</vt:lpstr>
      <vt:lpstr>System  Approach</vt:lpstr>
      <vt:lpstr>Algorithm &amp; Deployment</vt:lpstr>
      <vt:lpstr>Result</vt:lpstr>
      <vt:lpstr>GITHUB AND DEPLOYMNET LINK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SHISHU .</cp:lastModifiedBy>
  <cp:revision>63</cp:revision>
  <dcterms:created xsi:type="dcterms:W3CDTF">2021-05-26T16:50:10Z</dcterms:created>
  <dcterms:modified xsi:type="dcterms:W3CDTF">2026-06-17T16:25:50Z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