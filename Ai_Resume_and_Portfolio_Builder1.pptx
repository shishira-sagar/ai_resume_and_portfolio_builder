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6"/>
  </p:notesMasterIdLst>
  <p:sldIdLst>
    <p:sldId id="256" r:id="rId5"/>
    <p:sldId id="2146847054" r:id="rId6"/>
    <p:sldId id="262" r:id="rId7"/>
    <p:sldId id="265" r:id="rId8"/>
    <p:sldId id="266" r:id="rId9"/>
    <p:sldId id="2146847056" r:id="rId10"/>
    <p:sldId id="267" r:id="rId11"/>
    <p:sldId id="268" r:id="rId12"/>
    <p:sldId id="2146847055" r:id="rId13"/>
    <p:sldId id="269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C841CC-3591-4F96-8E7D-1E2FA1E292B9}" v="1" dt="2026-07-02T11:42:45.0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4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pshishira@gmail.com" userId="c3ed7584476f2057" providerId="LiveId" clId="{1F02A7DD-7D13-44EB-B449-254B51BEE63A}"/>
    <pc:docChg chg="undo custSel modSld">
      <pc:chgData name="gpshishira@gmail.com" userId="c3ed7584476f2057" providerId="LiveId" clId="{1F02A7DD-7D13-44EB-B449-254B51BEE63A}" dt="2026-07-02T11:47:11.745" v="227" actId="20577"/>
      <pc:docMkLst>
        <pc:docMk/>
      </pc:docMkLst>
      <pc:sldChg chg="modSp mod">
        <pc:chgData name="gpshishira@gmail.com" userId="c3ed7584476f2057" providerId="LiveId" clId="{1F02A7DD-7D13-44EB-B449-254B51BEE63A}" dt="2026-07-02T11:47:11.745" v="227" actId="20577"/>
        <pc:sldMkLst>
          <pc:docMk/>
          <pc:sldMk cId="953325580" sldId="256"/>
        </pc:sldMkLst>
        <pc:spChg chg="mod">
          <ac:chgData name="gpshishira@gmail.com" userId="c3ed7584476f2057" providerId="LiveId" clId="{1F02A7DD-7D13-44EB-B449-254B51BEE63A}" dt="2026-07-02T11:47:11.745" v="227" actId="20577"/>
          <ac:spMkLst>
            <pc:docMk/>
            <pc:sldMk cId="953325580" sldId="256"/>
            <ac:spMk id="4" creationId="{00000000-0000-0000-0000-000000000000}"/>
          </ac:spMkLst>
        </pc:spChg>
      </pc:sldChg>
      <pc:sldChg chg="modSp mod">
        <pc:chgData name="gpshishira@gmail.com" userId="c3ed7584476f2057" providerId="LiveId" clId="{1F02A7DD-7D13-44EB-B449-254B51BEE63A}" dt="2026-07-02T11:42:49.484" v="71" actId="20577"/>
        <pc:sldMkLst>
          <pc:docMk/>
          <pc:sldMk cId="1483293388" sldId="267"/>
        </pc:sldMkLst>
        <pc:spChg chg="mod">
          <ac:chgData name="gpshishira@gmail.com" userId="c3ed7584476f2057" providerId="LiveId" clId="{1F02A7DD-7D13-44EB-B449-254B51BEE63A}" dt="2026-07-02T11:42:49.484" v="71" actId="20577"/>
          <ac:spMkLst>
            <pc:docMk/>
            <pc:sldMk cId="1483293388" sldId="267"/>
            <ac:spMk id="2" creationId="{D3304455-6802-6CA9-8475-2F6DD1B8D40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113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7/2/2026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7/2/2026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c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9775" y="1736968"/>
            <a:ext cx="9144000" cy="131103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r>
              <a:rPr lang="en-US" sz="2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US" sz="2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AI Builder Hub – Smart Resume, Portfolio &amp; Cover Letter Generator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534648" y="721054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1062" y="3934431"/>
            <a:ext cx="798018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r>
              <a:rPr lang="en-US" sz="20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GUMMADI PRADEEP KUMAR SHISHIRA</a:t>
            </a:r>
          </a:p>
          <a:p>
            <a:r>
              <a:rPr lang="en-US" sz="20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Malla Reddy Engineering College for Women</a:t>
            </a:r>
          </a:p>
          <a:p>
            <a:r>
              <a:rPr lang="en-US" sz="20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CSE – </a:t>
            </a:r>
            <a:r>
              <a:rPr lang="en-US" sz="2000" b="1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Data Science</a:t>
            </a:r>
            <a:endParaRPr lang="en-US" sz="2000" b="1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Algorithm &amp; Deployment (Step by Step  Procedure) </a:t>
            </a:r>
            <a:endParaRPr lang="en-US" dirty="0">
              <a:latin typeface="Arial"/>
              <a:cs typeface="Calibri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Future Scope(Optional)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D5EFD5-67FD-0471-2D5B-DB48161AD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3083707"/>
          </a:xfrm>
        </p:spPr>
        <p:txBody>
          <a:bodyPr/>
          <a:lstStyle/>
          <a:p>
            <a:r>
              <a:rPr lang="en-US" dirty="0"/>
              <a:t>In the current digital era, job seekers and professionals struggle to create polished resumes, portfolios, and cover letters tailored to each opportunity.</a:t>
            </a:r>
            <a:br>
              <a:rPr lang="en-US" dirty="0"/>
            </a:br>
            <a:r>
              <a:rPr lang="en-US" dirty="0"/>
              <a:t>Manually designing and updating these documents is time-consuming, lacks personalization, and often fails to highlight individual strengths effectively.</a:t>
            </a:r>
          </a:p>
          <a:p>
            <a:r>
              <a:rPr lang="en-US" dirty="0"/>
              <a:t>There is a need for an </a:t>
            </a:r>
            <a:r>
              <a:rPr lang="en-US" b="1" dirty="0"/>
              <a:t>AI-powered platform</a:t>
            </a:r>
            <a:r>
              <a:rPr lang="en-US" dirty="0"/>
              <a:t> that can </a:t>
            </a:r>
            <a:r>
              <a:rPr lang="en-US" b="1" dirty="0"/>
              <a:t>automatically generate, customize, and manage professional assets</a:t>
            </a:r>
            <a:r>
              <a:rPr lang="en-US" dirty="0"/>
              <a:t> — saving time and ensuring quality output.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3D76D-01B2-646F-7B3F-88E9EBC9B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276626"/>
            <a:ext cx="11029615" cy="3828774"/>
          </a:xfrm>
        </p:spPr>
        <p:txBody>
          <a:bodyPr/>
          <a:lstStyle/>
          <a:p>
            <a:r>
              <a:rPr lang="en-US" b="1" dirty="0"/>
              <a:t>Technologies Used:</a:t>
            </a:r>
            <a:endParaRPr lang="en-US" dirty="0"/>
          </a:p>
          <a:p>
            <a:r>
              <a:rPr lang="en-US" b="1" dirty="0"/>
              <a:t>Frontend &amp; Framework:</a:t>
            </a:r>
            <a:r>
              <a:rPr lang="en-US" dirty="0"/>
              <a:t> </a:t>
            </a:r>
            <a:r>
              <a:rPr lang="en-US" dirty="0" err="1"/>
              <a:t>Streamlit</a:t>
            </a:r>
            <a:r>
              <a:rPr lang="en-US" dirty="0"/>
              <a:t>, HTML, CSS</a:t>
            </a:r>
          </a:p>
          <a:p>
            <a:r>
              <a:rPr lang="en-US" b="1" dirty="0"/>
              <a:t>Backend:</a:t>
            </a:r>
            <a:r>
              <a:rPr lang="en-US" dirty="0"/>
              <a:t> Python</a:t>
            </a:r>
          </a:p>
          <a:p>
            <a:r>
              <a:rPr lang="en-US" b="1" dirty="0"/>
              <a:t>AI Model:</a:t>
            </a:r>
            <a:r>
              <a:rPr lang="en-US" dirty="0"/>
              <a:t> Google Gemini API</a:t>
            </a:r>
          </a:p>
          <a:p>
            <a:r>
              <a:rPr lang="en-US" b="1" dirty="0"/>
              <a:t>Database:</a:t>
            </a:r>
            <a:r>
              <a:rPr lang="en-US" dirty="0"/>
              <a:t> Local file storage / Firebase (optional)</a:t>
            </a:r>
          </a:p>
          <a:p>
            <a:r>
              <a:rPr lang="en-US" b="1" dirty="0"/>
              <a:t>Deployment:</a:t>
            </a:r>
            <a:r>
              <a:rPr lang="en-US" dirty="0"/>
              <a:t> </a:t>
            </a:r>
            <a:r>
              <a:rPr lang="en-US" dirty="0" err="1"/>
              <a:t>Streamlit</a:t>
            </a:r>
            <a:r>
              <a:rPr lang="en-US" dirty="0"/>
              <a:t> Cloud or Localhost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1947B2-9C7A-8031-84FA-35DA71C8B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98360"/>
            <a:ext cx="11029615" cy="467332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User Input Collection</a:t>
            </a:r>
            <a:br>
              <a:rPr lang="en-US" dirty="0"/>
            </a:br>
            <a:r>
              <a:rPr lang="en-US" dirty="0"/>
              <a:t>The system begins when the user selects a module — </a:t>
            </a:r>
            <a:r>
              <a:rPr lang="en-US" i="1" dirty="0"/>
              <a:t>Resume Builder</a:t>
            </a:r>
            <a:r>
              <a:rPr lang="en-US" dirty="0"/>
              <a:t>, </a:t>
            </a:r>
            <a:r>
              <a:rPr lang="en-US" i="1" dirty="0"/>
              <a:t>Portfolio Builder</a:t>
            </a:r>
            <a:r>
              <a:rPr lang="en-US" dirty="0"/>
              <a:t>, or </a:t>
            </a:r>
            <a:r>
              <a:rPr lang="en-US" i="1" dirty="0"/>
              <a:t>Cover Letter Builder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Streamlit</a:t>
            </a:r>
            <a:r>
              <a:rPr lang="en-US" dirty="0"/>
              <a:t> forms collect personal details such as name, skills, education, projects, and job preferences.</a:t>
            </a:r>
          </a:p>
          <a:p>
            <a:r>
              <a:rPr lang="en-US" b="1" dirty="0"/>
              <a:t>Prompt Construction</a:t>
            </a:r>
            <a:br>
              <a:rPr lang="en-US" dirty="0"/>
            </a:br>
            <a:r>
              <a:rPr lang="en-US" dirty="0"/>
              <a:t>The collected inputs are structured into a natural-language prompt.</a:t>
            </a:r>
            <a:br>
              <a:rPr lang="en-US" dirty="0"/>
            </a:br>
            <a:r>
              <a:rPr lang="en-US" dirty="0"/>
              <a:t>Example:</a:t>
            </a:r>
            <a:br>
              <a:rPr lang="en-US" dirty="0"/>
            </a:br>
            <a:r>
              <a:rPr lang="en-US" i="1" dirty="0"/>
              <a:t>“Create a professional resume summary for a software engineer skilled in Python, AI, and web development.”</a:t>
            </a:r>
            <a:endParaRPr lang="en-US" dirty="0"/>
          </a:p>
          <a:p>
            <a:r>
              <a:rPr lang="en-US" b="1" dirty="0"/>
              <a:t>AI Processing using Google Gemini</a:t>
            </a:r>
            <a:br>
              <a:rPr lang="en-US" dirty="0"/>
            </a:br>
            <a:r>
              <a:rPr lang="en-US" dirty="0"/>
              <a:t>The structured prompt is sent to </a:t>
            </a:r>
            <a:r>
              <a:rPr lang="en-US" b="1" dirty="0"/>
              <a:t>Gemini API</a:t>
            </a:r>
            <a:r>
              <a:rPr lang="en-US" dirty="0"/>
              <a:t> through the Python backend.</a:t>
            </a:r>
            <a:br>
              <a:rPr lang="en-US" dirty="0"/>
            </a:br>
            <a:r>
              <a:rPr lang="en-US" dirty="0"/>
              <a:t>Gemini performs natural-language understanding and generates context-aware, grammatically correct, and human-like content.</a:t>
            </a:r>
          </a:p>
          <a:p>
            <a:r>
              <a:rPr lang="en-US" b="1" dirty="0"/>
              <a:t>Output Parsing and Formatting</a:t>
            </a:r>
            <a:br>
              <a:rPr lang="en-US" dirty="0"/>
            </a:br>
            <a:r>
              <a:rPr lang="en-US" dirty="0"/>
              <a:t>The generated text is parsed and arranged according to predefined templates.</a:t>
            </a:r>
            <a:br>
              <a:rPr lang="en-US" dirty="0"/>
            </a:br>
            <a:r>
              <a:rPr lang="en-US" dirty="0" err="1"/>
              <a:t>Streamlit</a:t>
            </a:r>
            <a:r>
              <a:rPr lang="en-US" dirty="0"/>
              <a:t> then formats it into visually organized sections such as </a:t>
            </a:r>
            <a:r>
              <a:rPr lang="en-US" i="1" dirty="0"/>
              <a:t>Experience</a:t>
            </a:r>
            <a:r>
              <a:rPr lang="en-US" dirty="0"/>
              <a:t>, </a:t>
            </a:r>
            <a:r>
              <a:rPr lang="en-US" i="1" dirty="0"/>
              <a:t>Skills</a:t>
            </a:r>
            <a:r>
              <a:rPr lang="en-US" dirty="0"/>
              <a:t>, </a:t>
            </a:r>
            <a:r>
              <a:rPr lang="en-US" i="1" dirty="0"/>
              <a:t>Education</a:t>
            </a:r>
            <a:r>
              <a:rPr lang="en-US" dirty="0"/>
              <a:t>, and </a:t>
            </a:r>
            <a:r>
              <a:rPr lang="en-US" i="1" dirty="0"/>
              <a:t>Projects</a:t>
            </a:r>
            <a:r>
              <a:rPr lang="en-US" dirty="0"/>
              <a:t>.</a:t>
            </a:r>
          </a:p>
          <a:p>
            <a:r>
              <a:rPr lang="en-US" b="1" dirty="0"/>
              <a:t>Dynamic Preview and Export</a:t>
            </a:r>
            <a:br>
              <a:rPr lang="en-US" dirty="0"/>
            </a:br>
            <a:r>
              <a:rPr lang="en-US" dirty="0"/>
              <a:t>Users can preview, refine, and export the generated content to PDF or DOCX.</a:t>
            </a:r>
            <a:br>
              <a:rPr lang="en-US" dirty="0"/>
            </a:br>
            <a:r>
              <a:rPr lang="en-US" dirty="0"/>
              <a:t>Each module launches independently in a new </a:t>
            </a:r>
            <a:r>
              <a:rPr lang="en-US" dirty="0" err="1"/>
              <a:t>Streamlit</a:t>
            </a:r>
            <a:r>
              <a:rPr lang="en-US" dirty="0"/>
              <a:t> tab for a seamless workflow.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20F19-3232-FCD0-E48F-6210A7E81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230409-939A-60F3-342F-342F13F94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259" y="61750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DD846A-9DED-363E-6B65-3E295475B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40" y="1249398"/>
            <a:ext cx="3881966" cy="22727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369935-A5A3-39EF-450D-019F2C43E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40" y="3811299"/>
            <a:ext cx="3056672" cy="29281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3592F8-D6B3-6513-8E1D-205A08921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7772" y="617502"/>
            <a:ext cx="2771096" cy="31937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6D6A31-A20A-5354-4466-706E8CECAD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2593" y="657560"/>
            <a:ext cx="2404533" cy="27714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27158EF-8ED1-499F-14D3-B00A7681FC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8667" y="4039249"/>
            <a:ext cx="6708266" cy="262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15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GITHUB AND DEPLOYMNET LINK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sz="2800" b="1" dirty="0"/>
              <a:t>Attach your </a:t>
            </a:r>
            <a:r>
              <a:rPr lang="en-US" sz="2800" b="1" dirty="0" err="1"/>
              <a:t>Github</a:t>
            </a:r>
            <a:r>
              <a:rPr lang="en-US" sz="2800" b="1" dirty="0"/>
              <a:t> Link : coding files GITHUB  </a:t>
            </a:r>
          </a:p>
          <a:p>
            <a:pPr marL="305435" indent="-305435"/>
            <a:r>
              <a:rPr lang="en-US" sz="2800" b="1" u="sng" dirty="0">
                <a:solidFill>
                  <a:srgbClr val="92D050"/>
                </a:solidFill>
              </a:rPr>
              <a:t>https://github.com/shishira-sagar/Ai_Builder_Hub-Ai-Cloud.git</a:t>
            </a:r>
          </a:p>
          <a:p>
            <a:pPr marL="305435" indent="-305435"/>
            <a:r>
              <a:rPr lang="en-US" sz="2800" b="1" dirty="0">
                <a:ea typeface="+mn-lt"/>
                <a:cs typeface="+mn-lt"/>
              </a:rPr>
              <a:t>Deployment link:  STREAMLIT</a:t>
            </a:r>
            <a:endParaRPr lang="en-US" sz="2800" dirty="0"/>
          </a:p>
          <a:p>
            <a:pPr marL="305435" indent="-305435"/>
            <a:r>
              <a:rPr lang="en-US" sz="2800" b="1" u="sng" dirty="0">
                <a:solidFill>
                  <a:srgbClr val="92D050"/>
                </a:solidFill>
                <a:ea typeface="+mn-lt"/>
                <a:cs typeface="+mn-lt"/>
              </a:rPr>
              <a:t>https://aibuilderapp-ai-cloud-na2r9radfmqwj27dh8ker4.streamlit.app/</a:t>
            </a: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0DB77D-9106-AD05-1664-25E5E9ABD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080960"/>
            <a:ext cx="11029615" cy="2872041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AI Builder Hub</a:t>
            </a:r>
            <a:r>
              <a:rPr lang="en-US" dirty="0"/>
              <a:t> provides an innovative solution for automating resume, portfolio, and cover letter creation using </a:t>
            </a:r>
            <a:r>
              <a:rPr lang="en-US" b="1" dirty="0"/>
              <a:t>Google Gemini AI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enhances productivity, ensures consistency, and provides a professional edge to users seeking to improve their career documents.</a:t>
            </a:r>
          </a:p>
          <a:p>
            <a:r>
              <a:rPr lang="en-US" dirty="0"/>
              <a:t>This project demonstrates the real-world potential of integrating </a:t>
            </a:r>
            <a:r>
              <a:rPr lang="en-US" b="1" dirty="0"/>
              <a:t>AI-driven NLP</a:t>
            </a:r>
            <a:r>
              <a:rPr lang="en-US" dirty="0"/>
              <a:t> with </a:t>
            </a:r>
            <a:r>
              <a:rPr lang="en-US" b="1" dirty="0" err="1"/>
              <a:t>Streamlit</a:t>
            </a:r>
            <a:r>
              <a:rPr lang="en-US" dirty="0"/>
              <a:t> to build intelligent web applications.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scope(Optional)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38CB7AC-92BC-5C92-8977-C45076B2B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933" y="1594722"/>
            <a:ext cx="6146683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Integration of multiple design templates and color themes.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 login authentication and cloud data saving.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 export options (PDF, DOCX, and HTML).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Enable direct portfolio hosting and sharing.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Include chatbot assistance for career suggestions.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1F539F3-0C34-844C-0FA1-9E3CB2B8BA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793" y="1955116"/>
            <a:ext cx="8190274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Gemini API Documentation – https://ai.google.dev/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Documentation – https://docs.streamlit.io/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Official Docs –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https://www.python.org/doc/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/ Stack Overflow – Community support and implementation references</a:t>
            </a: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a2617-96bd-425d-8578-e93563fe37c5"/>
    <ds:schemaRef ds:uri="9162bd5b-4ed9-4da3-b376-05204580ba3f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1693</TotalTime>
  <Words>581</Words>
  <Application>Microsoft Office PowerPoint</Application>
  <PresentationFormat>Widescreen</PresentationFormat>
  <Paragraphs>53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PROJECT TITLe: AI Builder Hub – Smart Resume, Portfolio &amp; Cover Letter Generator</vt:lpstr>
      <vt:lpstr>OUTLINE</vt:lpstr>
      <vt:lpstr>Problem Statement</vt:lpstr>
      <vt:lpstr>System  Approach</vt:lpstr>
      <vt:lpstr>Algorithm &amp; Deployment</vt:lpstr>
      <vt:lpstr>Result</vt:lpstr>
      <vt:lpstr>GITHUB AND DEPLOYMNET LINK</vt:lpstr>
      <vt:lpstr>Conclusion</vt:lpstr>
      <vt:lpstr>PowerPoint Presentation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gpshishira@gmail.com</cp:lastModifiedBy>
  <cp:revision>65</cp:revision>
  <dcterms:created xsi:type="dcterms:W3CDTF">2021-05-26T16:50:10Z</dcterms:created>
  <dcterms:modified xsi:type="dcterms:W3CDTF">2026-07-02T11:47:15Z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